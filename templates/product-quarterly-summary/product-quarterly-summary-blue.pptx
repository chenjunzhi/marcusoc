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3840480"/>
            <a:ext cx="2926080" cy="2926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2194560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产品季度总结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320040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20__ 年第 __ 季度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402336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56DB"/>
                </a:solidFill>
              </a:defRPr>
            </a:pPr>
            <a:r>
              <a:t>汇报部门 / 汇报人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FFFFFF"/>
                </a:solidFill>
              </a:defRPr>
            </a:pPr>
            <a:r>
              <a:t>QUARTERLY</a:t>
            </a:r>
            <a:br/>
            <a:r>
              <a:t>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0759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季度概览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8483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核心指标与数据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6207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产品进展与迭代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0292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亮点与成果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1655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问题与挑战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50292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19379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下季度规划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产品季度总结 | 2026 Q__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季度概览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383280" cy="4389120"/>
          </a:xfrm>
          <a:prstGeom prst="roundRect">
            <a:avLst/>
          </a:prstGeom>
          <a:solidFill>
            <a:srgbClr val="E8F0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本季目标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简要描述本季度产品目标与战略重点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71600"/>
            <a:ext cx="3383280" cy="4389120"/>
          </a:xfrm>
          <a:prstGeom prst="roundRect">
            <a:avLst/>
          </a:prstGeom>
          <a:solidFill>
            <a:srgbClr val="E8F0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整体结论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一句话总结本季度达成情况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371600"/>
            <a:ext cx="3383280" cy="4389120"/>
          </a:xfrm>
          <a:prstGeom prst="roundRect">
            <a:avLst/>
          </a:prstGeom>
          <a:solidFill>
            <a:srgbClr val="E8F0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关键变化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1488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市场、用户或业务侧的重要变化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产品季度总结 | 2026 Q__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核心指标与数据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960120"/>
          </a:xfrm>
          <a:prstGeom prst="roundRect">
            <a:avLst/>
          </a:prstGeom>
          <a:solidFill>
            <a:srgbClr val="E8F0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DAU / MAU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39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DB"/>
                </a:solidFill>
              </a:defRPr>
            </a:pPr>
            <a: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58191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环比 +__%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留存率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4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DB"/>
                </a:solidFill>
              </a:defRPr>
            </a:pPr>
            <a: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2491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目标 __%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11064240" cy="960120"/>
          </a:xfrm>
          <a:prstGeom prst="roundRect">
            <a:avLst/>
          </a:prstGeom>
          <a:solidFill>
            <a:srgbClr val="E8F0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6791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转化率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4904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DB"/>
                </a:solidFill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86791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环比 +__%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NPS / 满意度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89204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6DB"/>
                </a:solidFill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01091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较上季 +__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提示：替换占位符为实际数据，可补充趋势小图或截图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产品季度总结 | 2026 Q__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产品进展与迭代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926080"/>
            <a:ext cx="99669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74520" y="2788920"/>
            <a:ext cx="274320" cy="2743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版本 x.x 发布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功能 A 上线</a:t>
            </a:r>
          </a:p>
        </p:txBody>
      </p:sp>
      <p:sp>
        <p:nvSpPr>
          <p:cNvPr id="9" name="Oval 8"/>
          <p:cNvSpPr/>
          <p:nvPr/>
        </p:nvSpPr>
        <p:spPr>
          <a:xfrm>
            <a:off x="5349240" y="2788920"/>
            <a:ext cx="274320" cy="2743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286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461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体验优化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关键 Bug 修复</a:t>
            </a:r>
          </a:p>
        </p:txBody>
      </p:sp>
      <p:sp>
        <p:nvSpPr>
          <p:cNvPr id="12" name="Oval 11"/>
          <p:cNvSpPr/>
          <p:nvPr/>
        </p:nvSpPr>
        <p:spPr>
          <a:xfrm>
            <a:off x="8823960" y="2788920"/>
            <a:ext cx="274320" cy="2743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286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2461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里程碑交付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协作项目结项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产品季度总结 | 2026 Q__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亮点与成果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业务增长：描述核心增长数据与驱动因素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产品创新：本季重要功能或体验升级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用户价值：典型案例或用户反馈摘要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团队协同：跨部门协作成果（可选）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产品季度总结 | 2026 Q__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问题与挑战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9496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主要问题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问题一：现象与影响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问题二：根因简述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问题三：当前应对状态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234440"/>
            <a:ext cx="53949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风险与对策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风险：潜在影响范围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对策：已采取 / 计划措施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需支持：资源或决策诉求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产品季度总结 | 2026 Q__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下季度规划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10896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优先级 / 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280160"/>
            <a:ext cx="466344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关键结果 KR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280160"/>
            <a:ext cx="256032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108960" cy="914400"/>
          </a:xfrm>
          <a:prstGeom prst="rect">
            <a:avLst/>
          </a:prstGeom>
          <a:solidFill>
            <a:srgbClr val="E8F0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目标 O1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783080"/>
            <a:ext cx="46634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可衡量的目标描述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783080"/>
            <a:ext cx="2560320" cy="914400"/>
          </a:xfrm>
          <a:prstGeom prst="rect">
            <a:avLst/>
          </a:prstGeom>
          <a:solidFill>
            <a:srgbClr val="E8F0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负责人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39"/>
            <a:ext cx="3108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目标 O2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834639"/>
            <a:ext cx="46634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可衡量的目标描述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834639"/>
            <a:ext cx="2560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负责人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3108960" cy="914400"/>
          </a:xfrm>
          <a:prstGeom prst="rect">
            <a:avLst/>
          </a:prstGeom>
          <a:solidFill>
            <a:srgbClr val="E8F0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目标 O3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886200"/>
            <a:ext cx="46634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可衡量的目标描述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886200"/>
            <a:ext cx="2560320" cy="914400"/>
          </a:xfrm>
          <a:prstGeom prst="rect">
            <a:avLst/>
          </a:prstGeom>
          <a:solidFill>
            <a:srgbClr val="E8F0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负责人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产品季度总结 | 2026 Q__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详细数据、版本清单、用户调研等可放在附录页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产品季度总结 | 2026 Q__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联系方式：name@company.com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